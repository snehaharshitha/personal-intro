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12 Capstone Project</a:t>
            </a:r>
          </a:p>
          <a:p>
            <a:r>
              <a:t>Data Science Workflow 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reduces recurring revenue.</a:t>
            </a:r>
          </a:p>
          <a:p>
            <a:r>
              <a:t>It is expensive to acquire new customers.</a:t>
            </a:r>
          </a:p>
          <a:p>
            <a:r>
              <a:t>We need a way to identify at-risk customers proactively.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Trained a Random Forest Classifier on historical customer data.</a:t>
            </a:r>
          </a:p>
          <a:p>
            <a:r>
              <a:t>Key drivers identified: Tenure, Monthly Charges.</a:t>
            </a:r>
          </a:p>
          <a:p>
            <a:r>
              <a:t>Deployed as an API for real-time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discounts for high-risk customers.</a:t>
            </a:r>
          </a:p>
          <a:p>
            <a:r>
              <a:t>Enhance engagement for new signups in their first 6 months.</a:t>
            </a:r>
          </a:p>
          <a:p>
            <a:r>
              <a:t>Continuously retrain the model with fresh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