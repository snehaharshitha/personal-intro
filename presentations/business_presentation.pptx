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Optimizing Customer Retention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Business Analysis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Current Churn Rate is impacting revenue growth.</a:t>
            </a:r>
          </a:p>
          <a:p>
            <a:r>
              <a:t>- Cost of acquisition is 5x more than retention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Churn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A. Contract Structure</a:t>
            </a:r>
          </a:p>
          <a:p>
            <a:r>
              <a:t>B. Customer Tenure</a:t>
            </a:r>
          </a:p>
          <a:p>
            <a:r>
              <a:t>C. Service Pricing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the Churn Trend</a:t>
            </a:r>
          </a:p>
        </p:txBody>
      </p:sp>
      <p:pic>
        <p:nvPicPr>
          <p:cNvPr id="3" name="Picture 2" descr="1_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5836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Loyalty Rewards for New Customers</a:t>
            </a:r>
          </a:p>
          <a:p>
            <a:r>
              <a:t>2. Discounted Annual Migrations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